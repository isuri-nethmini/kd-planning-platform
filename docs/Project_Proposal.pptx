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74320"/>
            <a:ext cx="3657600" cy="2286000"/>
          </a:xfrm>
          <a:prstGeom prst="rect">
            <a:avLst/>
          </a:prstGeom>
          <a:solidFill>
            <a:srgbClr val="1464A0">
              <a:alpha val="45000"/>
            </a:srgbClr>
          </a:solidFill>
          <a:ln w="12700">
            <a:solidFill>
              <a:srgbClr val="1464A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457200"/>
            <a:ext cx="2286000" cy="5029200"/>
          </a:xfrm>
          <a:prstGeom prst="rect">
            <a:avLst/>
          </a:prstGeom>
          <a:solidFill>
            <a:srgbClr val="2196C4">
              <a:alpha val="30000"/>
            </a:srgbClr>
          </a:solidFill>
          <a:ln w="12700">
            <a:solidFill>
              <a:srgbClr val="2196C4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PROJECT PROPOSAL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House Plan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 and Inquiry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2834640" cy="365760"/>
          </a:xfrm>
          <a:prstGeom prst="rect">
            <a:avLst/>
          </a:prstGeom>
          <a:solidFill>
            <a:srgbClr val="2196C4">
              <a:alpha val="80000"/>
            </a:srgbClr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KD PLANNING &amp; DESIGN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Rajakaruna Mudiyanselage Isuri Nethmini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UOG0723006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isuri.uog07@edu.lnbti.lk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+94 766 890 720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Organization Information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B8D4E8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LNBTI – Japanese IT University  |  Industry Project Proposal  |  UOG0723006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3474720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8412480" cy="54864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143000"/>
            <a:ext cx="2103120" cy="384048"/>
          </a:xfrm>
          <a:prstGeom prst="rect">
            <a:avLst/>
          </a:prstGeom>
          <a:solidFill>
            <a:srgbClr val="1464A0"/>
          </a:solidFill>
          <a:ln w="12700">
            <a:solidFill>
              <a:srgbClr val="1464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430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Name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0" y="114300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Dhanushka Chathuranga De Soysa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645920"/>
            <a:ext cx="2103120" cy="384048"/>
          </a:xfrm>
          <a:prstGeom prst="rect">
            <a:avLst/>
          </a:prstGeom>
          <a:solidFill>
            <a:srgbClr val="1464A0"/>
          </a:solidFill>
          <a:ln w="12700">
            <a:solidFill>
              <a:srgbClr val="1464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6459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0" y="164592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PLANNING &amp; DESIGN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148840"/>
            <a:ext cx="2103120" cy="384048"/>
          </a:xfrm>
          <a:prstGeom prst="rect">
            <a:avLst/>
          </a:prstGeom>
          <a:solidFill>
            <a:srgbClr val="1464A0"/>
          </a:solidFill>
          <a:ln w="12700">
            <a:solidFill>
              <a:srgbClr val="1464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148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Person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0" y="214884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Dhanushka Chathuranga De Soysa (Director)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51760"/>
            <a:ext cx="2103120" cy="384048"/>
          </a:xfrm>
          <a:prstGeom prst="rect">
            <a:avLst/>
          </a:prstGeom>
          <a:solidFill>
            <a:srgbClr val="1464A0"/>
          </a:solidFill>
          <a:ln w="12700">
            <a:solidFill>
              <a:srgbClr val="1464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51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0" y="265176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kdplanning@gmail.com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154680"/>
            <a:ext cx="2103120" cy="384048"/>
          </a:xfrm>
          <a:prstGeom prst="rect">
            <a:avLst/>
          </a:prstGeom>
          <a:solidFill>
            <a:srgbClr val="1464A0"/>
          </a:solidFill>
          <a:ln w="12700">
            <a:solidFill>
              <a:srgbClr val="1464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54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0" y="315468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+94 717 261 930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657600"/>
            <a:ext cx="2103120" cy="384048"/>
          </a:xfrm>
          <a:prstGeom prst="rect">
            <a:avLst/>
          </a:prstGeom>
          <a:solidFill>
            <a:srgbClr val="1464A0"/>
          </a:solidFill>
          <a:ln w="12700">
            <a:solidFill>
              <a:srgbClr val="1464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6576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0" y="365760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Planning &amp; Design, Minuwangoda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B8D4E8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LNBTI – Japanese IT University  |  Industry Project Proposal  |  UOG0723006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114800" cy="1664208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4114800" cy="4572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5156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Online Platform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371600"/>
            <a:ext cx="38953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place for customers to browse house plans — the sales process is entirely dependent on the client's direct involvement.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14800" cy="1664208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60120"/>
            <a:ext cx="4114800" cy="4572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05156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Information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371600"/>
            <a:ext cx="38953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cannot view plan details, pricing, or specifications before contacting the client, resulting in many low-intent inquiries.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4114800" cy="1664208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88920"/>
            <a:ext cx="4114800" cy="4572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88036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Business Tracking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" y="3200400"/>
            <a:ext cx="38953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has no tools to manage listings, track inquiries, or monitor business activity, making growth hard to sustain.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788920"/>
            <a:ext cx="4114800" cy="1664208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788920"/>
            <a:ext cx="4114800" cy="4572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288036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Reach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3200400"/>
            <a:ext cx="38953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absence of a professional web presence reduces credibility and restricts the client to a local, referral-based audience.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B8D4E8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LNBTI – Japanese IT University  |  Industry Project Proposal  |  UOG0723006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743200" cy="1600200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2743200" cy="4572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5156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Catalogue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37160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&amp; filterable catalogue with floor area, beds/baths, floors, style &amp; pricing.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743200" cy="1600200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60120"/>
            <a:ext cx="2743200" cy="4572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05156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Detail Pages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137160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pages with images, specs, 2D/3D floor plan previews and pricing.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743200" cy="1600200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60120"/>
            <a:ext cx="2743200" cy="4572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05156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System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36208" y="137160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inquiry form for custom plan requests, modifications &amp; construction queries.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743200"/>
            <a:ext cx="2743200" cy="1600200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743200"/>
            <a:ext cx="2743200" cy="4572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83464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" y="315468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registration &amp; login to track submitted inquiries and responses.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2743200"/>
            <a:ext cx="2743200" cy="1600200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2743200"/>
            <a:ext cx="2743200" cy="4572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283464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55848" y="315468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can add/edit/remove listings, manage inquiries &amp; monitor platform activity.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2743200"/>
            <a:ext cx="2743200" cy="1600200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743200"/>
            <a:ext cx="2743200" cy="4572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283464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36208" y="315468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mobile-friendly interface optimized for all screen sizes and devices.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B8D4E8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LNBTI – Japanese IT University  |  Industry Project Proposal  |  UOG0723006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1920240" cy="62179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987552"/>
            <a:ext cx="6400800" cy="621792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02412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6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Blade + Tailwind CSS + Alpine.js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514600" y="130759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responsive UI with dynamic interactions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755648"/>
            <a:ext cx="1920240" cy="62179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5564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0" y="1755648"/>
            <a:ext cx="6400800" cy="621792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79222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6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(PHP)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14600" y="207568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routing, auth, Eloquent ORM, file handling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523744"/>
            <a:ext cx="1920240" cy="62179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2374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77440" y="2523744"/>
            <a:ext cx="6400800" cy="621792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5603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6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514600" y="284378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relational DB, seamless with Laravel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291840"/>
            <a:ext cx="1920240" cy="62179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9184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77440" y="3291840"/>
            <a:ext cx="6400800" cy="621792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332841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6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Local Storage (Storage Facade)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514600" y="36118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S3-ready architecture — future cloud migration in one config change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059936"/>
            <a:ext cx="1920240" cy="62179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59936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377440" y="4059936"/>
            <a:ext cx="6400800" cy="621792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14600" y="40965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6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/ Shared Hosting (cPanel)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514600" y="437997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Sri Lanka hosting compatible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&amp; Benefits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B8D4E8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LNBTI – Japanese IT University  |  Industry Project Proposal  |  UOG0723006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42416"/>
            <a:ext cx="384048" cy="384048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42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1005840"/>
            <a:ext cx="7909560" cy="502920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0058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 browse available house plans 24/7 without contacting the client directly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682496"/>
            <a:ext cx="384048" cy="384048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1645920"/>
            <a:ext cx="7909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6459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digital storefront expands market reach beyond word-of-mouth referrals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22576"/>
            <a:ext cx="384048" cy="384048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2286000"/>
            <a:ext cx="7909560" cy="502920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2860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inquiry system replaces informal WhatsApp and phone communication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962656"/>
            <a:ext cx="384048" cy="384048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2926080"/>
            <a:ext cx="7909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29260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gives real-time visibility into listings and customer inquiries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602736"/>
            <a:ext cx="384048" cy="384048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8680" y="3566160"/>
            <a:ext cx="7909560" cy="502920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5661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credibility and brand image through a dedicated web presence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242816"/>
            <a:ext cx="384048" cy="384048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68680" y="4206240"/>
            <a:ext cx="7909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2062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time spent on repetitive manual communication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— 20 Weeks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B8D4E8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LNBTI – Japanese IT University  |  Industry Project Proposal  |  UOG0723006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188720" cy="3474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00200" y="914400"/>
            <a:ext cx="5486400" cy="3474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9144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32320" y="914400"/>
            <a:ext cx="1645920" cy="347472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914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298448"/>
            <a:ext cx="1188720" cy="393192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29844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600200" y="1298448"/>
            <a:ext cx="5486400" cy="393192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1298448"/>
            <a:ext cx="5212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Approval &amp; Requirement Gathering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0" y="1298448"/>
            <a:ext cx="1645920" cy="393192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1298448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1737360"/>
            <a:ext cx="1188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73736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600200" y="1737360"/>
            <a:ext cx="54864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1737360"/>
            <a:ext cx="5212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Analysis &amp; Database Design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0" y="1737360"/>
            <a:ext cx="1645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1737360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176272"/>
            <a:ext cx="1188720" cy="393192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17627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00200" y="2176272"/>
            <a:ext cx="5486400" cy="393192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37360" y="2176272"/>
            <a:ext cx="5212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&amp; Prototyping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32320" y="2176272"/>
            <a:ext cx="1645920" cy="393192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0" y="2176272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2615184"/>
            <a:ext cx="1188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615184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600200" y="2615184"/>
            <a:ext cx="54864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37360" y="2615184"/>
            <a:ext cx="5212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 (Blade + Tailwind)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32320" y="2615184"/>
            <a:ext cx="1645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0" y="2615184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7–10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3054096"/>
            <a:ext cx="1188720" cy="393192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05409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600200" y="3054096"/>
            <a:ext cx="5486400" cy="393192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0" y="3054096"/>
            <a:ext cx="5212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 (Laravel + MySQL)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32320" y="3054096"/>
            <a:ext cx="1645920" cy="393192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0" y="3054096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11–15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3493008"/>
            <a:ext cx="1188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49300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600200" y="3493008"/>
            <a:ext cx="54864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37360" y="3493008"/>
            <a:ext cx="5212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Testing &amp; Bug Fixing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132320" y="3493008"/>
            <a:ext cx="1645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0" y="3493008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16–17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" y="3931920"/>
            <a:ext cx="1188720" cy="393192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93192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600200" y="3931920"/>
            <a:ext cx="5486400" cy="393192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37360" y="3931920"/>
            <a:ext cx="5212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Review &amp; Revisions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132320" y="3931920"/>
            <a:ext cx="1645920" cy="393192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0" y="3931920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18–19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" y="4370832"/>
            <a:ext cx="1188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37083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6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600200" y="4370832"/>
            <a:ext cx="54864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37360" y="4370832"/>
            <a:ext cx="5212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Handover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132320" y="4370832"/>
            <a:ext cx="16459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32320" y="4370832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75488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B8D4E8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LNBTI – Japanese IT University  |  Industry Project Proposal  |  UOG0723006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160520" cy="841248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64008" cy="841248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0149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3075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house plan browsing and inquiry web application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47672"/>
            <a:ext cx="4160520" cy="841248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47672"/>
            <a:ext cx="64008" cy="841248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002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29514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dashboard to manage plan listings and customer inquiries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935224"/>
            <a:ext cx="4160520" cy="841248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35224"/>
            <a:ext cx="64008" cy="841248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990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Storefront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328269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catalogue, detail pages and inquiry forms for end users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922776"/>
            <a:ext cx="4160520" cy="841248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922776"/>
            <a:ext cx="64008" cy="841248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427024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source code repository hosted on GitHub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960120"/>
            <a:ext cx="4160520" cy="841248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960120"/>
            <a:ext cx="64008" cy="841248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0149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73752" y="13075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 and full technical documentation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1947672"/>
            <a:ext cx="4160520" cy="841248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1947672"/>
            <a:ext cx="64008" cy="841248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2002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73752" y="229514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deployed to a live hosting environment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2935224"/>
            <a:ext cx="4160520" cy="841248"/>
          </a:xfrm>
          <a:prstGeom prst="rect">
            <a:avLst/>
          </a:prstGeom>
          <a:solidFill>
            <a:srgbClr val="F0F7FC"/>
          </a:solidFill>
          <a:ln w="12700">
            <a:solidFill>
              <a:srgbClr val="B8D4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935224"/>
            <a:ext cx="64008" cy="841248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2990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Session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73752" y="328269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training for the client and staff on system usage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464A0">
              <a:alpha val="40000"/>
            </a:srgbClr>
          </a:solidFill>
          <a:ln w="12700">
            <a:solidFill>
              <a:srgbClr val="1464A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743200" cy="5143500"/>
          </a:xfrm>
          <a:prstGeom prst="rect">
            <a:avLst/>
          </a:prstGeom>
          <a:solidFill>
            <a:srgbClr val="2196C4">
              <a:alpha val="20000"/>
            </a:srgbClr>
          </a:solidFill>
          <a:ln w="12700">
            <a:solidFill>
              <a:srgbClr val="2196C4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Rajakaruna Mudiyanselage Isuri Nethmini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UOG0723006  |  isuri.uog07@edu.lnbti.lk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LNBTI – Japanese IT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 Project Proposal – KD Planning &amp; Design</dc:title>
  <dc:subject>PptxGenJS Presentation</dc:subject>
  <dc:creator>PptxGenJS</dc:creator>
  <cp:lastModifiedBy>PptxGenJS</cp:lastModifiedBy>
  <cp:revision>1</cp:revision>
  <dcterms:created xsi:type="dcterms:W3CDTF">2026-05-15T06:35:44Z</dcterms:created>
  <dcterms:modified xsi:type="dcterms:W3CDTF">2026-05-15T06:35:44Z</dcterms:modified>
</cp:coreProperties>
</file>